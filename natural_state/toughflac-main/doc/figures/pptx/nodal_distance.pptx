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>
      <p:cViewPr>
        <p:scale>
          <a:sx n="100" d="100"/>
          <a:sy n="100" d="100"/>
        </p:scale>
        <p:origin x="720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D26A06-5E35-4F8D-88FD-C982F78B0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3E7ED87-64F5-428C-834C-0FE59C4D1A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387B17-E88D-4309-823A-6D202CD08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4B56-2664-4C3B-84B4-C05289CC60E4}" type="datetimeFigureOut">
              <a:rPr lang="fr-FR" smtClean="0"/>
              <a:t>12/07/2019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45E59B-3AC0-4A9E-9410-3EFB53615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450A3B-9FD9-4031-B88C-DCD9F8C51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6FE0-8D46-421D-9B39-B7FC243CCE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899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0C894F-55EF-477E-AEFB-D66DAC48F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9A5333-21BC-4441-99DC-1E9A1A50E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40FF2E-4B37-48CE-AEE3-2D54649F9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4B56-2664-4C3B-84B4-C05289CC60E4}" type="datetimeFigureOut">
              <a:rPr lang="fr-FR" smtClean="0"/>
              <a:t>12/07/2019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4D1A53-484A-470C-B260-96E18CBDB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BAD747-F01E-459C-8433-9E49F1CC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6FE0-8D46-421D-9B39-B7FC243CCE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59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C5110C-A8A9-4DCA-A36C-2D36A47B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73AC76-E87D-4F76-882D-B3B69C32B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C92ACC-7A00-45C6-8687-CFE6AD50B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4B56-2664-4C3B-84B4-C05289CC60E4}" type="datetimeFigureOut">
              <a:rPr lang="fr-FR" smtClean="0"/>
              <a:t>12/07/2019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19928D-2051-43C8-8618-5B3E19A06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CE4E4E-0CB1-4B5F-BC7F-83297C5C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6FE0-8D46-421D-9B39-B7FC243CCE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149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3378C-CEAA-4B56-8EF4-D3A49E53F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F75D83-EED1-4439-9108-B086A698B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8278D2A-1707-4BD3-90EC-9EECBA5B4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AF3BF1-8600-489C-912F-B47BDBE2B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4B56-2664-4C3B-84B4-C05289CC60E4}" type="datetimeFigureOut">
              <a:rPr lang="fr-FR" smtClean="0"/>
              <a:t>12/07/2019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CE6235-D952-4F61-8D28-01C64591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A00B142-5956-456C-8B19-BDABB050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6FE0-8D46-421D-9B39-B7FC243CCE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842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599468-0651-481E-8C8B-3EA8BA6F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632F2F-D236-4048-A0F9-1CD565CAB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E452530-0F8D-4100-9712-54EA74B79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2EF740C-261B-4369-840F-E3098B8E0E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6957F2F-53E8-4B6C-AFB8-A50B9759D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DBD900D-C31A-430A-B014-AE3B4D5FB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4B56-2664-4C3B-84B4-C05289CC60E4}" type="datetimeFigureOut">
              <a:rPr lang="fr-FR" smtClean="0"/>
              <a:t>12/07/2019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7A8AB0B-6BEC-4B02-83CE-52A4548C0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B642AE9-3D5B-40C8-8B4F-BE9E931F6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6FE0-8D46-421D-9B39-B7FC243CCE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8440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03EC06-720D-424A-BD86-39231FB1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114C88B-28CA-4F53-8EBB-09C02A741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4B56-2664-4C3B-84B4-C05289CC60E4}" type="datetimeFigureOut">
              <a:rPr lang="fr-FR" smtClean="0"/>
              <a:t>12/07/2019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664E61-1A84-4360-BA7D-695FAB465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8BD079-A0A7-4010-B5F0-09601467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6FE0-8D46-421D-9B39-B7FC243CCE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664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2264BC7-E489-42C3-A50A-AAAF5960B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4B56-2664-4C3B-84B4-C05289CC60E4}" type="datetimeFigureOut">
              <a:rPr lang="fr-FR" smtClean="0"/>
              <a:t>12/07/2019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C44A916-6796-496B-96DB-61D905965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C4E4AD-C8C9-4E3A-937E-5A267F21C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6FE0-8D46-421D-9B39-B7FC243CCE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7728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EA2113-7E0A-4E61-8482-653124FE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D8C2F2-DC7C-4B58-8967-DF690615F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DE19941-A689-465A-8874-E238D7EA8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57D53E7-64CB-4929-B7DE-CBEBD29CA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4B56-2664-4C3B-84B4-C05289CC60E4}" type="datetimeFigureOut">
              <a:rPr lang="fr-FR" smtClean="0"/>
              <a:t>12/07/2019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24D8B4-5CA8-45C3-A2AE-117FACA5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92D3E0-5398-493C-8948-FC2216656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6FE0-8D46-421D-9B39-B7FC243CCE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9160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2C8A44-03A9-47A4-9138-BED5D58A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12BF381-ED6F-4C46-8695-2360A6B1DB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81FDCD-EE84-436E-9249-6BA1F4F83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A8FD49-D51E-4F7E-A6FB-0E896BE94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4B56-2664-4C3B-84B4-C05289CC60E4}" type="datetimeFigureOut">
              <a:rPr lang="fr-FR" smtClean="0"/>
              <a:t>12/07/2019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20699A4-5B2F-43D6-A2C0-565C4CC1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78364E-B6FC-4B9D-8614-2D2043AA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6FE0-8D46-421D-9B39-B7FC243CCE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985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F2E405-40D3-4862-A90E-614142DC8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AFC7A6F-2A00-459E-B264-3BD1A3F38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AE3402-CEBD-4DBB-8E0B-A76DB883A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4B56-2664-4C3B-84B4-C05289CC60E4}" type="datetimeFigureOut">
              <a:rPr lang="fr-FR" smtClean="0"/>
              <a:t>12/07/2019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16F322-D1ED-430D-9AB8-B179B5FF5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26800D-278E-417B-AEC8-CD4A998E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6FE0-8D46-421D-9B39-B7FC243CCE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8974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D3CD2B6-15EE-4BF0-9BB6-2615756E1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1F22935-6E84-409C-9C74-66B36A9C2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9D62A1-919E-4320-AFE9-9437AFA50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4B56-2664-4C3B-84B4-C05289CC60E4}" type="datetimeFigureOut">
              <a:rPr lang="fr-FR" smtClean="0"/>
              <a:t>12/07/2019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B3458F-E157-433E-9B45-F01A359EC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3B81E5-DF2F-49FE-BC3F-99A77D2E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46FE0-8D46-421D-9B39-B7FC243CCE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7575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0D75004-5489-4569-B628-3A46E88B1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77584F-5BC0-430E-9C56-B4423AF0F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06B5B9-C7EA-4B24-B9DA-40BA67558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54B56-2664-4C3B-84B4-C05289CC60E4}" type="datetimeFigureOut">
              <a:rPr lang="fr-FR" smtClean="0"/>
              <a:t>12/07/2019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AF8AAF-4F9C-4AAD-BDC8-D535082E4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4F932F-C51B-4F8D-B07A-DBFD6C0063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46FE0-8D46-421D-9B39-B7FC243CCE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2448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ZoneTexte 155">
            <a:extLst>
              <a:ext uri="{FF2B5EF4-FFF2-40B4-BE49-F238E27FC236}">
                <a16:creationId xmlns:a16="http://schemas.microsoft.com/office/drawing/2014/main" id="{892FF7CD-4C9D-4CE9-849C-7CB356FDBF59}"/>
              </a:ext>
            </a:extLst>
          </p:cNvPr>
          <p:cNvSpPr txBox="1"/>
          <p:nvPr/>
        </p:nvSpPr>
        <p:spPr>
          <a:xfrm>
            <a:off x="5819368" y="3399322"/>
            <a:ext cx="3565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lang="fr-FR" sz="1200" baseline="-25000" dirty="0">
                <a:latin typeface="Helvetica" panose="020B0604020202020204" pitchFamily="34" charset="0"/>
                <a:cs typeface="Helvetica" panose="020B0604020202020204" pitchFamily="34" charset="0"/>
              </a:rPr>
              <a:t>2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2E84A905-8F47-4C00-9CD9-249B407DB6C6}"/>
              </a:ext>
            </a:extLst>
          </p:cNvPr>
          <p:cNvSpPr txBox="1"/>
          <p:nvPr/>
        </p:nvSpPr>
        <p:spPr>
          <a:xfrm>
            <a:off x="5545469" y="3223181"/>
            <a:ext cx="3565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lang="fr-FR" sz="1200" baseline="-25000" dirty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</a:p>
        </p:txBody>
      </p:sp>
      <p:grpSp>
        <p:nvGrpSpPr>
          <p:cNvPr id="144" name="Groupe 143">
            <a:extLst>
              <a:ext uri="{FF2B5EF4-FFF2-40B4-BE49-F238E27FC236}">
                <a16:creationId xmlns:a16="http://schemas.microsoft.com/office/drawing/2014/main" id="{ED93AEFA-8DD3-4E7B-89E5-9CDC12D587D0}"/>
              </a:ext>
            </a:extLst>
          </p:cNvPr>
          <p:cNvGrpSpPr/>
          <p:nvPr/>
        </p:nvGrpSpPr>
        <p:grpSpPr>
          <a:xfrm>
            <a:off x="5008087" y="2552807"/>
            <a:ext cx="2175825" cy="1752385"/>
            <a:chOff x="3424128" y="2912383"/>
            <a:chExt cx="1272157" cy="1024581"/>
          </a:xfrm>
        </p:grpSpPr>
        <p:cxnSp>
          <p:nvCxnSpPr>
            <p:cNvPr id="145" name="Connecteur droit 144">
              <a:extLst>
                <a:ext uri="{FF2B5EF4-FFF2-40B4-BE49-F238E27FC236}">
                  <a16:creationId xmlns:a16="http://schemas.microsoft.com/office/drawing/2014/main" id="{85B4D074-CB55-4F5B-8E6F-25DB12566B0A}"/>
                </a:ext>
              </a:extLst>
            </p:cNvPr>
            <p:cNvCxnSpPr>
              <a:cxnSpLocks/>
            </p:cNvCxnSpPr>
            <p:nvPr/>
          </p:nvCxnSpPr>
          <p:spPr>
            <a:xfrm>
              <a:off x="3424128" y="3238499"/>
              <a:ext cx="408937" cy="6984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eur droit 145">
              <a:extLst>
                <a:ext uri="{FF2B5EF4-FFF2-40B4-BE49-F238E27FC236}">
                  <a16:creationId xmlns:a16="http://schemas.microsoft.com/office/drawing/2014/main" id="{9CBD54FF-EECB-4F86-B359-72A8F38EF2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4128" y="2912383"/>
              <a:ext cx="534872" cy="3340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eur droit 146">
              <a:extLst>
                <a:ext uri="{FF2B5EF4-FFF2-40B4-BE49-F238E27FC236}">
                  <a16:creationId xmlns:a16="http://schemas.microsoft.com/office/drawing/2014/main" id="{7A44DE26-1C17-46B6-B862-CD93DE1487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3068" y="2915164"/>
              <a:ext cx="125932" cy="1021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eur droit 147">
              <a:extLst>
                <a:ext uri="{FF2B5EF4-FFF2-40B4-BE49-F238E27FC236}">
                  <a16:creationId xmlns:a16="http://schemas.microsoft.com/office/drawing/2014/main" id="{A51CFEAB-EC4D-4E17-AEAE-24B607642F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3065" y="3470393"/>
              <a:ext cx="863220" cy="466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eur droit 148">
              <a:extLst>
                <a:ext uri="{FF2B5EF4-FFF2-40B4-BE49-F238E27FC236}">
                  <a16:creationId xmlns:a16="http://schemas.microsoft.com/office/drawing/2014/main" id="{A9222FB9-A2FF-40FC-92D1-51C953B83DC3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00" y="2912383"/>
              <a:ext cx="737285" cy="5580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4FA7A31E-75E1-42FE-BE85-1D54546DF046}"/>
                </a:ext>
              </a:extLst>
            </p:cNvPr>
            <p:cNvSpPr/>
            <p:nvPr/>
          </p:nvSpPr>
          <p:spPr>
            <a:xfrm>
              <a:off x="3747240" y="342606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1" name="Ellipse 150">
              <a:extLst>
                <a:ext uri="{FF2B5EF4-FFF2-40B4-BE49-F238E27FC236}">
                  <a16:creationId xmlns:a16="http://schemas.microsoft.com/office/drawing/2014/main" id="{68FA2B11-5813-4691-B585-4EC6998D1A2A}"/>
                </a:ext>
              </a:extLst>
            </p:cNvPr>
            <p:cNvSpPr/>
            <p:nvPr/>
          </p:nvSpPr>
          <p:spPr>
            <a:xfrm>
              <a:off x="4146754" y="342606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154" name="Connecteur droit 153">
            <a:extLst>
              <a:ext uri="{FF2B5EF4-FFF2-40B4-BE49-F238E27FC236}">
                <a16:creationId xmlns:a16="http://schemas.microsoft.com/office/drawing/2014/main" id="{AEE2ADD8-8C5E-4078-B146-1BA4D034A033}"/>
              </a:ext>
            </a:extLst>
          </p:cNvPr>
          <p:cNvCxnSpPr>
            <a:cxnSpLocks/>
            <a:stCxn id="150" idx="6"/>
          </p:cNvCxnSpPr>
          <p:nvPr/>
        </p:nvCxnSpPr>
        <p:spPr>
          <a:xfrm>
            <a:off x="5638914" y="3470476"/>
            <a:ext cx="169673" cy="22689"/>
          </a:xfrm>
          <a:prstGeom prst="line">
            <a:avLst/>
          </a:prstGeom>
          <a:ln>
            <a:prstDash val="sysDot"/>
            <a:headEnd type="triangle" w="sm" len="sm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9" name="Groupe 158">
            <a:extLst>
              <a:ext uri="{FF2B5EF4-FFF2-40B4-BE49-F238E27FC236}">
                <a16:creationId xmlns:a16="http://schemas.microsoft.com/office/drawing/2014/main" id="{19EC7245-4030-49DC-A6BE-31239075D75E}"/>
              </a:ext>
            </a:extLst>
          </p:cNvPr>
          <p:cNvGrpSpPr/>
          <p:nvPr/>
        </p:nvGrpSpPr>
        <p:grpSpPr>
          <a:xfrm>
            <a:off x="1996087" y="2552807"/>
            <a:ext cx="2175825" cy="1752385"/>
            <a:chOff x="3424128" y="2912383"/>
            <a:chExt cx="1272157" cy="1024581"/>
          </a:xfrm>
        </p:grpSpPr>
        <p:cxnSp>
          <p:nvCxnSpPr>
            <p:cNvPr id="165" name="Connecteur droit 164">
              <a:extLst>
                <a:ext uri="{FF2B5EF4-FFF2-40B4-BE49-F238E27FC236}">
                  <a16:creationId xmlns:a16="http://schemas.microsoft.com/office/drawing/2014/main" id="{A04B7A7F-244D-43B8-A853-A6E15DD8AE2E}"/>
                </a:ext>
              </a:extLst>
            </p:cNvPr>
            <p:cNvCxnSpPr>
              <a:cxnSpLocks/>
            </p:cNvCxnSpPr>
            <p:nvPr/>
          </p:nvCxnSpPr>
          <p:spPr>
            <a:xfrm>
              <a:off x="3424128" y="3238499"/>
              <a:ext cx="408937" cy="6984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cteur droit 165">
              <a:extLst>
                <a:ext uri="{FF2B5EF4-FFF2-40B4-BE49-F238E27FC236}">
                  <a16:creationId xmlns:a16="http://schemas.microsoft.com/office/drawing/2014/main" id="{BA7FD953-0CBE-42C0-88D7-05EDB8D456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4128" y="2912383"/>
              <a:ext cx="534872" cy="3340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cteur droit 166">
              <a:extLst>
                <a:ext uri="{FF2B5EF4-FFF2-40B4-BE49-F238E27FC236}">
                  <a16:creationId xmlns:a16="http://schemas.microsoft.com/office/drawing/2014/main" id="{1DCB5649-FC86-4E36-B90C-BA73570338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3068" y="2915164"/>
              <a:ext cx="125932" cy="1021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eur droit 167">
              <a:extLst>
                <a:ext uri="{FF2B5EF4-FFF2-40B4-BE49-F238E27FC236}">
                  <a16:creationId xmlns:a16="http://schemas.microsoft.com/office/drawing/2014/main" id="{C4517120-0539-48C8-9C1D-E8E566A417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3065" y="3470393"/>
              <a:ext cx="863220" cy="466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eur droit 168">
              <a:extLst>
                <a:ext uri="{FF2B5EF4-FFF2-40B4-BE49-F238E27FC236}">
                  <a16:creationId xmlns:a16="http://schemas.microsoft.com/office/drawing/2014/main" id="{FA24AFF4-C8AC-48D1-A7A5-2A676F08F7AF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00" y="2912383"/>
              <a:ext cx="737285" cy="5580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Ellipse 169">
              <a:extLst>
                <a:ext uri="{FF2B5EF4-FFF2-40B4-BE49-F238E27FC236}">
                  <a16:creationId xmlns:a16="http://schemas.microsoft.com/office/drawing/2014/main" id="{EBA6B0A9-601D-4BD9-9EEC-ACCE99E71381}"/>
                </a:ext>
              </a:extLst>
            </p:cNvPr>
            <p:cNvSpPr/>
            <p:nvPr/>
          </p:nvSpPr>
          <p:spPr>
            <a:xfrm>
              <a:off x="3747240" y="342606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1" name="Ellipse 170">
              <a:extLst>
                <a:ext uri="{FF2B5EF4-FFF2-40B4-BE49-F238E27FC236}">
                  <a16:creationId xmlns:a16="http://schemas.microsoft.com/office/drawing/2014/main" id="{E3531121-D4CC-4909-B7BF-D596FE19C898}"/>
                </a:ext>
              </a:extLst>
            </p:cNvPr>
            <p:cNvSpPr/>
            <p:nvPr/>
          </p:nvSpPr>
          <p:spPr>
            <a:xfrm>
              <a:off x="4146754" y="342606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60" name="Ellipse 159">
            <a:extLst>
              <a:ext uri="{FF2B5EF4-FFF2-40B4-BE49-F238E27FC236}">
                <a16:creationId xmlns:a16="http://schemas.microsoft.com/office/drawing/2014/main" id="{238C82C9-3B25-474A-9DA7-1A1CB7C481BF}"/>
              </a:ext>
            </a:extLst>
          </p:cNvPr>
          <p:cNvSpPr/>
          <p:nvPr/>
        </p:nvSpPr>
        <p:spPr>
          <a:xfrm>
            <a:off x="2770262" y="3397006"/>
            <a:ext cx="58582" cy="58582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1" name="Connecteur droit 160">
            <a:extLst>
              <a:ext uri="{FF2B5EF4-FFF2-40B4-BE49-F238E27FC236}">
                <a16:creationId xmlns:a16="http://schemas.microsoft.com/office/drawing/2014/main" id="{FD92A134-FA2B-4580-98A7-C0320CC7B9D5}"/>
              </a:ext>
            </a:extLst>
          </p:cNvPr>
          <p:cNvCxnSpPr>
            <a:cxnSpLocks/>
            <a:stCxn id="160" idx="6"/>
            <a:endCxn id="171" idx="2"/>
          </p:cNvCxnSpPr>
          <p:nvPr/>
        </p:nvCxnSpPr>
        <p:spPr>
          <a:xfrm>
            <a:off x="2828844" y="3426297"/>
            <a:ext cx="403181" cy="44179"/>
          </a:xfrm>
          <a:prstGeom prst="line">
            <a:avLst/>
          </a:prstGeom>
          <a:ln>
            <a:prstDash val="sysDot"/>
            <a:headEnd type="triangle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Connecteur droit 161">
            <a:extLst>
              <a:ext uri="{FF2B5EF4-FFF2-40B4-BE49-F238E27FC236}">
                <a16:creationId xmlns:a16="http://schemas.microsoft.com/office/drawing/2014/main" id="{9844850C-A106-489D-B0D0-A6D1F3DC260E}"/>
              </a:ext>
            </a:extLst>
          </p:cNvPr>
          <p:cNvCxnSpPr>
            <a:cxnSpLocks/>
            <a:stCxn id="170" idx="6"/>
            <a:endCxn id="160" idx="2"/>
          </p:cNvCxnSpPr>
          <p:nvPr/>
        </p:nvCxnSpPr>
        <p:spPr>
          <a:xfrm flipV="1">
            <a:off x="2626914" y="3426297"/>
            <a:ext cx="143348" cy="44179"/>
          </a:xfrm>
          <a:prstGeom prst="line">
            <a:avLst/>
          </a:prstGeom>
          <a:ln>
            <a:prstDash val="sysDot"/>
            <a:headEnd type="triangle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ZoneTexte 162">
            <a:extLst>
              <a:ext uri="{FF2B5EF4-FFF2-40B4-BE49-F238E27FC236}">
                <a16:creationId xmlns:a16="http://schemas.microsoft.com/office/drawing/2014/main" id="{F2BE3D6D-706E-4A53-A72F-F4FF6E4085EA}"/>
              </a:ext>
            </a:extLst>
          </p:cNvPr>
          <p:cNvSpPr txBox="1"/>
          <p:nvPr/>
        </p:nvSpPr>
        <p:spPr>
          <a:xfrm>
            <a:off x="2486012" y="3178589"/>
            <a:ext cx="3565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lang="fr-FR" sz="1200" baseline="-25000" dirty="0"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</a:p>
        </p:txBody>
      </p:sp>
      <p:sp>
        <p:nvSpPr>
          <p:cNvPr id="164" name="ZoneTexte 163">
            <a:extLst>
              <a:ext uri="{FF2B5EF4-FFF2-40B4-BE49-F238E27FC236}">
                <a16:creationId xmlns:a16="http://schemas.microsoft.com/office/drawing/2014/main" id="{98E40C06-E6C8-49AD-96BA-187C74C1CDB7}"/>
              </a:ext>
            </a:extLst>
          </p:cNvPr>
          <p:cNvSpPr txBox="1"/>
          <p:nvPr/>
        </p:nvSpPr>
        <p:spPr>
          <a:xfrm>
            <a:off x="2842794" y="3402482"/>
            <a:ext cx="3565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lang="fr-FR" sz="1200" baseline="-25000" dirty="0">
                <a:latin typeface="Helvetica" panose="020B0604020202020204" pitchFamily="34" charset="0"/>
                <a:cs typeface="Helvetica" panose="020B0604020202020204" pitchFamily="34" charset="0"/>
              </a:rPr>
              <a:t>2</a:t>
            </a:r>
          </a:p>
        </p:txBody>
      </p:sp>
      <p:grpSp>
        <p:nvGrpSpPr>
          <p:cNvPr id="172" name="Groupe 171">
            <a:extLst>
              <a:ext uri="{FF2B5EF4-FFF2-40B4-BE49-F238E27FC236}">
                <a16:creationId xmlns:a16="http://schemas.microsoft.com/office/drawing/2014/main" id="{D20EF360-9401-456F-BE5F-0F34C6CD6253}"/>
              </a:ext>
            </a:extLst>
          </p:cNvPr>
          <p:cNvGrpSpPr/>
          <p:nvPr/>
        </p:nvGrpSpPr>
        <p:grpSpPr>
          <a:xfrm>
            <a:off x="8020090" y="2586368"/>
            <a:ext cx="2175825" cy="1752385"/>
            <a:chOff x="4173764" y="2552807"/>
            <a:chExt cx="2175825" cy="1752385"/>
          </a:xfrm>
        </p:grpSpPr>
        <p:grpSp>
          <p:nvGrpSpPr>
            <p:cNvPr id="173" name="Groupe 172">
              <a:extLst>
                <a:ext uri="{FF2B5EF4-FFF2-40B4-BE49-F238E27FC236}">
                  <a16:creationId xmlns:a16="http://schemas.microsoft.com/office/drawing/2014/main" id="{1E80E7F1-9350-4023-9485-F76C79AC3C25}"/>
                </a:ext>
              </a:extLst>
            </p:cNvPr>
            <p:cNvGrpSpPr/>
            <p:nvPr/>
          </p:nvGrpSpPr>
          <p:grpSpPr>
            <a:xfrm>
              <a:off x="4173764" y="2552807"/>
              <a:ext cx="2175825" cy="1752385"/>
              <a:chOff x="3424128" y="2912383"/>
              <a:chExt cx="1272157" cy="1024581"/>
            </a:xfrm>
          </p:grpSpPr>
          <p:cxnSp>
            <p:nvCxnSpPr>
              <p:cNvPr id="179" name="Connecteur droit 178">
                <a:extLst>
                  <a:ext uri="{FF2B5EF4-FFF2-40B4-BE49-F238E27FC236}">
                    <a16:creationId xmlns:a16="http://schemas.microsoft.com/office/drawing/2014/main" id="{29055EEF-8CA6-4BDF-9A15-5105178417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4128" y="3238499"/>
                <a:ext cx="408937" cy="69846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Connecteur droit 179">
                <a:extLst>
                  <a:ext uri="{FF2B5EF4-FFF2-40B4-BE49-F238E27FC236}">
                    <a16:creationId xmlns:a16="http://schemas.microsoft.com/office/drawing/2014/main" id="{CA53A1D7-15A7-4A4A-94BC-A140A1C9DC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24128" y="2912383"/>
                <a:ext cx="534872" cy="3340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Connecteur droit 180">
                <a:extLst>
                  <a:ext uri="{FF2B5EF4-FFF2-40B4-BE49-F238E27FC236}">
                    <a16:creationId xmlns:a16="http://schemas.microsoft.com/office/drawing/2014/main" id="{8D47503F-2E69-4F8E-9255-E77D2974CC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33068" y="2915164"/>
                <a:ext cx="125932" cy="1021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Connecteur droit 181">
                <a:extLst>
                  <a:ext uri="{FF2B5EF4-FFF2-40B4-BE49-F238E27FC236}">
                    <a16:creationId xmlns:a16="http://schemas.microsoft.com/office/drawing/2014/main" id="{0AC95435-BBD3-48F5-BD93-107B18C97D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33065" y="3470393"/>
                <a:ext cx="863220" cy="46657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Connecteur droit 182">
                <a:extLst>
                  <a:ext uri="{FF2B5EF4-FFF2-40B4-BE49-F238E27FC236}">
                    <a16:creationId xmlns:a16="http://schemas.microsoft.com/office/drawing/2014/main" id="{B86067FB-282E-405C-8D38-3C53E236B0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9000" y="2912383"/>
                <a:ext cx="737285" cy="55801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Ellipse 183">
                <a:extLst>
                  <a:ext uri="{FF2B5EF4-FFF2-40B4-BE49-F238E27FC236}">
                    <a16:creationId xmlns:a16="http://schemas.microsoft.com/office/drawing/2014/main" id="{271D3089-3E58-47F0-9B03-92E01088FD4D}"/>
                  </a:ext>
                </a:extLst>
              </p:cNvPr>
              <p:cNvSpPr/>
              <p:nvPr/>
            </p:nvSpPr>
            <p:spPr>
              <a:xfrm>
                <a:off x="3747240" y="342606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5" name="Ellipse 184">
                <a:extLst>
                  <a:ext uri="{FF2B5EF4-FFF2-40B4-BE49-F238E27FC236}">
                    <a16:creationId xmlns:a16="http://schemas.microsoft.com/office/drawing/2014/main" id="{82FE050A-1E12-42BF-BFF2-1FE09FB17DBC}"/>
                  </a:ext>
                </a:extLst>
              </p:cNvPr>
              <p:cNvSpPr/>
              <p:nvPr/>
            </p:nvSpPr>
            <p:spPr>
              <a:xfrm>
                <a:off x="4146754" y="342606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74" name="Ellipse 173">
              <a:extLst>
                <a:ext uri="{FF2B5EF4-FFF2-40B4-BE49-F238E27FC236}">
                  <a16:creationId xmlns:a16="http://schemas.microsoft.com/office/drawing/2014/main" id="{38A46A53-DC9A-4373-9E1D-A460BFCD882D}"/>
                </a:ext>
              </a:extLst>
            </p:cNvPr>
            <p:cNvSpPr/>
            <p:nvPr/>
          </p:nvSpPr>
          <p:spPr>
            <a:xfrm>
              <a:off x="4947939" y="3444347"/>
              <a:ext cx="58582" cy="5858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75" name="Connecteur droit 174">
              <a:extLst>
                <a:ext uri="{FF2B5EF4-FFF2-40B4-BE49-F238E27FC236}">
                  <a16:creationId xmlns:a16="http://schemas.microsoft.com/office/drawing/2014/main" id="{C48A2767-CA0D-45C0-9ED0-8CB3D56D24DA}"/>
                </a:ext>
              </a:extLst>
            </p:cNvPr>
            <p:cNvCxnSpPr>
              <a:cxnSpLocks/>
              <a:stCxn id="174" idx="6"/>
              <a:endCxn id="185" idx="2"/>
            </p:cNvCxnSpPr>
            <p:nvPr/>
          </p:nvCxnSpPr>
          <p:spPr>
            <a:xfrm flipV="1">
              <a:off x="5006521" y="3470476"/>
              <a:ext cx="403181" cy="3162"/>
            </a:xfrm>
            <a:prstGeom prst="line">
              <a:avLst/>
            </a:prstGeom>
            <a:ln>
              <a:prstDash val="sysDot"/>
              <a:headEnd type="triangle"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Connecteur droit 175">
              <a:extLst>
                <a:ext uri="{FF2B5EF4-FFF2-40B4-BE49-F238E27FC236}">
                  <a16:creationId xmlns:a16="http://schemas.microsoft.com/office/drawing/2014/main" id="{6B87434E-FE0F-4436-AB89-E744E1F25E97}"/>
                </a:ext>
              </a:extLst>
            </p:cNvPr>
            <p:cNvCxnSpPr>
              <a:cxnSpLocks/>
              <a:stCxn id="184" idx="6"/>
              <a:endCxn id="174" idx="2"/>
            </p:cNvCxnSpPr>
            <p:nvPr/>
          </p:nvCxnSpPr>
          <p:spPr>
            <a:xfrm>
              <a:off x="4804591" y="3470476"/>
              <a:ext cx="143348" cy="3162"/>
            </a:xfrm>
            <a:prstGeom prst="line">
              <a:avLst/>
            </a:prstGeom>
            <a:ln>
              <a:prstDash val="sysDot"/>
              <a:headEnd type="triangle"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7" name="ZoneTexte 176">
              <a:extLst>
                <a:ext uri="{FF2B5EF4-FFF2-40B4-BE49-F238E27FC236}">
                  <a16:creationId xmlns:a16="http://schemas.microsoft.com/office/drawing/2014/main" id="{D5C0F71A-BCA4-41C6-A1BA-A4C073454D73}"/>
                </a:ext>
              </a:extLst>
            </p:cNvPr>
            <p:cNvSpPr txBox="1"/>
            <p:nvPr/>
          </p:nvSpPr>
          <p:spPr>
            <a:xfrm>
              <a:off x="4690989" y="3193476"/>
              <a:ext cx="3565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latin typeface="Helvetica" panose="020B0604020202020204" pitchFamily="34" charset="0"/>
                  <a:cs typeface="Helvetica" panose="020B0604020202020204" pitchFamily="34" charset="0"/>
                </a:rPr>
                <a:t>d</a:t>
              </a:r>
              <a:r>
                <a:rPr lang="fr-FR" sz="1200" baseline="-25000" dirty="0">
                  <a:latin typeface="Helvetica" panose="020B0604020202020204" pitchFamily="34" charset="0"/>
                  <a:cs typeface="Helvetica" panose="020B0604020202020204" pitchFamily="34" charset="0"/>
                </a:rPr>
                <a:t>1</a:t>
              </a:r>
            </a:p>
          </p:txBody>
        </p:sp>
        <p:sp>
          <p:nvSpPr>
            <p:cNvPr id="178" name="ZoneTexte 177">
              <a:extLst>
                <a:ext uri="{FF2B5EF4-FFF2-40B4-BE49-F238E27FC236}">
                  <a16:creationId xmlns:a16="http://schemas.microsoft.com/office/drawing/2014/main" id="{C593C837-8204-41C1-8849-9425AD135863}"/>
                </a:ext>
              </a:extLst>
            </p:cNvPr>
            <p:cNvSpPr txBox="1"/>
            <p:nvPr/>
          </p:nvSpPr>
          <p:spPr>
            <a:xfrm>
              <a:off x="5029830" y="3422027"/>
              <a:ext cx="3565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latin typeface="Helvetica" panose="020B0604020202020204" pitchFamily="34" charset="0"/>
                  <a:cs typeface="Helvetica" panose="020B0604020202020204" pitchFamily="34" charset="0"/>
                </a:rPr>
                <a:t>d</a:t>
              </a:r>
              <a:r>
                <a:rPr lang="fr-FR" sz="1200" baseline="-25000" dirty="0">
                  <a:latin typeface="Helvetica" panose="020B0604020202020204" pitchFamily="34" charset="0"/>
                  <a:cs typeface="Helvetica" panose="020B0604020202020204" pitchFamily="34" charset="0"/>
                </a:rPr>
                <a:t>2</a:t>
              </a:r>
            </a:p>
          </p:txBody>
        </p:sp>
      </p:grpSp>
      <p:cxnSp>
        <p:nvCxnSpPr>
          <p:cNvPr id="196" name="Connecteur droit 195">
            <a:extLst>
              <a:ext uri="{FF2B5EF4-FFF2-40B4-BE49-F238E27FC236}">
                <a16:creationId xmlns:a16="http://schemas.microsoft.com/office/drawing/2014/main" id="{FD955B6B-40BA-4B00-9B79-F8541EC3143A}"/>
              </a:ext>
            </a:extLst>
          </p:cNvPr>
          <p:cNvCxnSpPr>
            <a:cxnSpLocks/>
            <a:stCxn id="151" idx="2"/>
          </p:cNvCxnSpPr>
          <p:nvPr/>
        </p:nvCxnSpPr>
        <p:spPr>
          <a:xfrm flipH="1" flipV="1">
            <a:off x="5815208" y="3422518"/>
            <a:ext cx="428817" cy="47958"/>
          </a:xfrm>
          <a:prstGeom prst="line">
            <a:avLst/>
          </a:prstGeom>
          <a:ln>
            <a:prstDash val="sysDot"/>
            <a:headEnd type="triangle" w="sm" len="sm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Connecteur droit 203">
            <a:extLst>
              <a:ext uri="{FF2B5EF4-FFF2-40B4-BE49-F238E27FC236}">
                <a16:creationId xmlns:a16="http://schemas.microsoft.com/office/drawing/2014/main" id="{03CB4B78-8319-448C-ACD9-3DBB22DA39CF}"/>
              </a:ext>
            </a:extLst>
          </p:cNvPr>
          <p:cNvCxnSpPr>
            <a:cxnSpLocks/>
          </p:cNvCxnSpPr>
          <p:nvPr/>
        </p:nvCxnSpPr>
        <p:spPr>
          <a:xfrm flipH="1">
            <a:off x="5753643" y="3483511"/>
            <a:ext cx="6420" cy="4637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cteur droit 207">
            <a:extLst>
              <a:ext uri="{FF2B5EF4-FFF2-40B4-BE49-F238E27FC236}">
                <a16:creationId xmlns:a16="http://schemas.microsoft.com/office/drawing/2014/main" id="{89DE734A-C365-4E05-B3C8-3DF3B428DFE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71630" y="3509908"/>
            <a:ext cx="6420" cy="4637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Groupe 212">
            <a:extLst>
              <a:ext uri="{FF2B5EF4-FFF2-40B4-BE49-F238E27FC236}">
                <a16:creationId xmlns:a16="http://schemas.microsoft.com/office/drawing/2014/main" id="{78762C8D-95DA-4DB6-B197-A599685C5394}"/>
              </a:ext>
            </a:extLst>
          </p:cNvPr>
          <p:cNvGrpSpPr/>
          <p:nvPr/>
        </p:nvGrpSpPr>
        <p:grpSpPr>
          <a:xfrm rot="10800000">
            <a:off x="5832163" y="3375306"/>
            <a:ext cx="46374" cy="52794"/>
            <a:chOff x="6079225" y="3056837"/>
            <a:chExt cx="46374" cy="52794"/>
          </a:xfrm>
        </p:grpSpPr>
        <p:cxnSp>
          <p:nvCxnSpPr>
            <p:cNvPr id="209" name="Connecteur droit 208">
              <a:extLst>
                <a:ext uri="{FF2B5EF4-FFF2-40B4-BE49-F238E27FC236}">
                  <a16:creationId xmlns:a16="http://schemas.microsoft.com/office/drawing/2014/main" id="{39145376-5B3E-495A-AA73-280DFCF66B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81215" y="3056837"/>
              <a:ext cx="6420" cy="4637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cteur droit 209">
              <a:extLst>
                <a:ext uri="{FF2B5EF4-FFF2-40B4-BE49-F238E27FC236}">
                  <a16:creationId xmlns:a16="http://schemas.microsoft.com/office/drawing/2014/main" id="{021919FC-F3D3-4E96-BF0D-A0F2A638977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099202" y="3083234"/>
              <a:ext cx="6420" cy="4637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12245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</Words>
  <Application>Microsoft Office PowerPoint</Application>
  <PresentationFormat>Grand écran</PresentationFormat>
  <Paragraphs>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Keurfon Luu</dc:creator>
  <cp:lastModifiedBy>Keurfon Luu</cp:lastModifiedBy>
  <cp:revision>4</cp:revision>
  <dcterms:created xsi:type="dcterms:W3CDTF">2019-07-12T23:06:20Z</dcterms:created>
  <dcterms:modified xsi:type="dcterms:W3CDTF">2019-07-12T23:39:02Z</dcterms:modified>
</cp:coreProperties>
</file>